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" cy="4389120"/>
          </a:xfrm>
          <a:prstGeom prst="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6A63A"/>
                </a:solidFill>
                <a:latin typeface="Aptos"/>
              </a:rPr>
              <a:t>GUARDIAN FUNDRAISING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9966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A better way to launch,
track, and fulfill fundraisers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24612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CE8"/>
                </a:solidFill>
                <a:latin typeface="Aptos"/>
              </a:rPr>
              <a:t>A Wix-based fundraising platform concept for schools, teams, and organizations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4892040"/>
            <a:ext cx="2971800" cy="54864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056632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ONE CENTRAL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98932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4C8D7"/>
                </a:solidFill>
                <a:latin typeface="Aptos"/>
              </a:rPr>
              <a:t>Meeting pitch deck  |  Initial architecture and rollout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THE CASE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The current process creates avoidable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storefront works as a basic transaction path—but not as a scalable fundraising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14600"/>
            <a:ext cx="109728" cy="1234440"/>
          </a:xfrm>
          <a:prstGeom prst="rect">
            <a:avLst/>
          </a:prstGeom>
          <a:solidFill>
            <a:srgbClr val="AF4040"/>
          </a:solidFill>
          <a:ln>
            <a:solidFill>
              <a:srgbClr val="A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Poor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815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Collection links feel generic and do not clearly communicate the school or campaign.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514600"/>
            <a:ext cx="109728" cy="1234440"/>
          </a:xfrm>
          <a:prstGeom prst="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7157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Weak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0815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Orders cannot reliably identify which school or fundraiser generated the sale.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109728" cy="1234440"/>
          </a:xfrm>
          <a:prstGeom prst="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159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Manual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817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Packing lists and Finance spreadsheets require repetitive re-entry.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109728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3159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No inventory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6817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Stock levels, variants, and availability are not managed consistently.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Every fundraiser feels independent—while All Stars manages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A repeatable campaign model turns each school launch into a configuration task, not a custom website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Unique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Supporter enters the school campaign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1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90672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Campaign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Only approved products appear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76672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Tracked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Campaign ID follows the purchase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62671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Fulfillment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Direct or bulk shipping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1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48672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Finance and payout exports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Build on the Wix site Guardian already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ED2E1"/>
                </a:solidFill>
                <a:latin typeface="Aptos"/>
              </a:rPr>
              <a:t>Use native Wix capabilities first, then add Velo only where the business requires custom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41448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Wix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441448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Brand, responsive page design, fundraising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0087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9815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Wix CMS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099815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Fundraisers, campaign settings, product assignments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48456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58183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Wix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58183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Products, variants, cart, checkout, 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06824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1655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165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Attribution, cart rules, shipping mode,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65192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74920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233A"/>
                </a:solidFill>
                <a:latin typeface="Aptos"/>
              </a:rPr>
              <a:t>Google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074920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Email, Finance exports, operational 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One reusable fundraiser page, generated from campaign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page design is built once. Each new school gets a branded page through CMS data and product assignment.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23160"/>
            <a:ext cx="36576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Aptos"/>
              </a:rPr>
              <a:t>TEXAS JR ALL-STARS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32D37"/>
                </a:solidFill>
                <a:latin typeface="Aptos"/>
              </a:rPr>
              <a:t>Music fundraiser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Support your school. Choose products.
Select delivery. Complete checkout.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6177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36592"/>
            <a:ext cx="1463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SHOP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70662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4648" y="260604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Unique campaign 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20954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310896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School-specific branding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71246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361188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Only assigned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21538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411480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Mobile-first checkout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471830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461772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No public campaign directory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CRITICAL 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Campaign attribution must survive the entire order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most important technical requirement is not the page—it is reliably crediting the correct school.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Campaign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TXJRA-2026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Campaign context retained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One campaign per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Shipping mode captured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5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Attribution stored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9567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7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Finance-ready export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5074920"/>
            <a:ext cx="8823960" cy="530352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solidFill>
              <a:srgbClr val="10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5248656"/>
            <a:ext cx="8458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If attribution fails, reporting, fulfillment, and school payouts fail with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Replace print-and-rekey work with structured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system should produce the operational views staff actually need—not just a list of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0604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3246120" cy="137160"/>
          </a:xfrm>
          <a:prstGeom prst="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D37"/>
                </a:solidFill>
                <a:latin typeface="Aptos"/>
              </a:rPr>
              <a:t>Direct shipping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520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C78"/>
                </a:solidFill>
                <a:latin typeface="Aptos"/>
              </a:rPr>
              <a:t>Customer address
Shipping charge
Individual fulfillment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60604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606040"/>
            <a:ext cx="3246120" cy="137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D37"/>
                </a:solidFill>
                <a:latin typeface="Aptos"/>
              </a:rPr>
              <a:t>Bulk shipping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3520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C78"/>
                </a:solidFill>
                <a:latin typeface="Aptos"/>
              </a:rPr>
              <a:t>Campaign grouping
Product totals
School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60604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2606040"/>
            <a:ext cx="3246120" cy="137160"/>
          </a:xfrm>
          <a:prstGeom prst="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D37"/>
                </a:solidFill>
                <a:latin typeface="Aptos"/>
              </a:rPr>
              <a:t>Finance &amp; payout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520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C78"/>
                </a:solidFill>
                <a:latin typeface="Aptos"/>
              </a:rPr>
              <a:t>Gross sales
Refunds and fees
Fundraiser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Core export fields: campaign • school • order • customer • product • variant • quantity • shipping method • status • payout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Pilot first. Scale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Prove the complete operating loop with one campaign before adding more schools.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6334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9900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Confirm Wix site, payment, DNS, email, and business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231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6517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7706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6334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9900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Create Fundraisers and CampaignProducts CMS collections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4231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26517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7706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26334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9900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Build the dynamic page and campaign-specific product 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2519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2336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5902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Validate attribution, cart rules, shipping, and exports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0233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09160" y="42519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3708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42336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5902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Run one complete campaign with real operational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0233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42519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3708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42336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45902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Launch repeatable staff workflow for new fundraisers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MEETING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What must be decided before build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These choices affect the data model, checkout logic, reporting, and launch timeline.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2374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423160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Which existing Wix site owns the fundraising section?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54096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953512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Are active campaigns direct-link-only or publicly listed?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84448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83864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Will customers choose direct shipping, bulk shipping, or both?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14215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What is the fundraiser payout formula?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45152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44568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Is inventory shared or reserved by campaign?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7550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5074920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Who owns refunds, chargebacks, and customer support?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05856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5605272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Who approves the pilot for production launch?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Wix is a strong fit—if attribution and operations are designed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ED2E1"/>
                </a:solidFill>
                <a:latin typeface="Aptos"/>
              </a:rPr>
              <a:t>The recommendation is to integrate fundraising into the existing Guardian Wix presence, not create a separate website for every school.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10332720" cy="20116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Build once. Launch repeatedly.
Track every order. Fulfill with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5257800"/>
            <a:ext cx="9418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CE8F0"/>
                </a:solidFill>
                <a:latin typeface="Aptos"/>
              </a:rPr>
              <a:t>Next step: approve the architecture and build one end-to-end pilot fundraiser.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EXPANDED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This is more than a storefront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latest operating notes add catalog complexity, vendor handoffs, customization, and potentially student-level accounting.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109728" cy="1115568"/>
          </a:xfrm>
          <a:prstGeom prst="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Student credit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Shipping under 50 items may need student-level attribution.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514600"/>
            <a:ext cx="109728" cy="1115568"/>
          </a:xfrm>
          <a:prstGeom prst="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6974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Campaign-specific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063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Engraved tumbler and water-bottle images must be editable per fundraiser.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09728" cy="111556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Mixed fulfillment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2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Some products are warehouse-produced; others use outside vendors.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23360"/>
            <a:ext cx="49834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023360"/>
            <a:ext cx="109728" cy="1115568"/>
          </a:xfrm>
          <a:prstGeom prst="rect">
            <a:avLst/>
          </a:prstGeom>
          <a:solidFill>
            <a:srgbClr val="AF4040"/>
          </a:solidFill>
          <a:ln>
            <a:solidFill>
              <a:srgbClr val="A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20624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Catalog maturity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Coffee prices and apparel products are still being finalized.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SCOPE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Launch the campaign platform first—then add student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E1"/>
                </a:solidFill>
                <a:latin typeface="Aptos"/>
              </a:rPr>
              <a:t>A phased approach gets Guardian a working Wix fundraiser system without ignoring the more advanced tracking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4892040" cy="2240280"/>
          </a:xfrm>
          <a:prstGeom prst="round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3375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Campaign + school attribution
Campaign-specific products
Direct / bulk shipping
Finance and fulfillment exports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514600"/>
            <a:ext cx="4892040" cy="2240280"/>
          </a:xfrm>
          <a:prstGeom prst="round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7889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233A"/>
                </a:solidFill>
                <a:latin typeface="Aptos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375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233A"/>
                </a:solidFill>
                <a:latin typeface="Aptos"/>
              </a:rPr>
              <a:t>Student records
Student links or codes
Shipping allocation
Student-credit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E8F0"/>
                </a:solidFill>
                <a:latin typeface="Aptos"/>
              </a:rPr>
              <a:t>Decision needed: approve the MVP boundary and confirm the student-identification method.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